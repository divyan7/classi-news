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1B69F-A267-0FC6-CDA9-1E1FBE67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CBAB9-0A5A-0E6C-6B47-56CBDBC38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DE303-2FD8-BC41-CFFA-40A0E3B9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64F98-2C5A-C199-C34F-C346696C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2A12-307B-29CD-983F-38F380D2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7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F1DA-60FA-FCB7-4A49-1FADCEAA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0416-459B-51EF-80D5-3BCDD4D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2CE14-0E81-6B0C-922D-75E610341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1E238-824C-2BE4-D7E3-DE3DCBC1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4CC67-E977-37F8-58D0-7B417180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7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CFB9-006E-EFB8-3940-654EE9CB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0EE8C-B515-E376-70C1-87FBA98E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45F16-DE5D-0BD4-50ED-FA5F22BE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1D8BB-582E-9CAF-D504-FC1D3C49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7E8F4-2069-3BDF-E217-C2116EC6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8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36E5-ACB1-75FD-45FF-F6DAFD92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CD40-B7F9-379D-BB18-DC5BF0389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6385E-C7D0-82B7-AFB4-CE2071F9B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6C41E-C671-02FF-C485-3C2F0425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BBB0F-33F4-7690-0BA0-E18EC4C4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66A1E-C2F4-EA01-F1FC-482EBCF0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75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4E26-6850-F17E-D802-AD22E083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4C542-C8B9-BDF9-35E9-1365E6706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547D8-428D-E933-8A8D-17A4385C7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DA650-EA51-F24A-E2F2-AE90CE5A2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543EE-5CBD-A0F8-DCBC-5DA749760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2AE19-3CE2-D880-3383-5FEB746D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85BE0-3AAD-73F8-EF49-C10051B9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39EBB-99A7-F83C-7AF3-E14EFADD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3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D365-7BC5-F75B-124A-64FE4FE4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D01BC-D38D-1911-1E12-D35FAFE5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B5563-029B-E35D-704B-DED95FFE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49866-62F9-680C-D489-B40E3622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37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2EAE89-C7E7-972E-95DC-79E4B2BC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A1F26-BADB-BC8F-D8C8-586C0378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37F50-2256-4B87-A765-BB841DBD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79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6428-F2CD-1E3B-EFF4-411242A71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BA4B5-5E74-EB53-865D-79046FE7B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02874-9E6C-A9FD-3D69-95F1CA4F5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EA56-F9E3-3218-0655-C1DAA64F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0D4D-E17C-179E-29AC-C956D11C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15876-780A-9D94-4E54-CACBF15D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7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014B-D517-605B-9893-084518A7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6D9EA-0371-EA99-60EB-CD7CF2A25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1338F-1FEB-C99D-EB1D-4B67E7B7D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2CBEA-2F6E-CE2D-B566-3021A9C2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B7256-9D2C-31F6-EDB4-6AC0FCB3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A3BA-5D17-67DC-D1A0-73986552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36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38B3-8241-1A33-C455-3B554C82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01646-6D2C-D33E-E481-1EC87A4F6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B87BD-FEFA-E1C4-6B08-319C7E55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53641-96DB-A508-DB53-30DC9604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39020-D2E6-A177-66D5-93AE764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10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A04DF6-A10D-0DB8-C8DA-EA7002C73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E953B-3F45-55F8-C8D3-987E2B595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C515-5117-0AE1-86A2-C70FA0F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C56D2-1A40-4F43-1E90-8A6DB95F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3339-0AA9-09AE-0463-3735D1E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1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C3632-468C-3B2F-0EEE-D8FE6EAB5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55028-94F3-FA23-F1C2-53C322588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9BAD-DF4D-2EA1-6EC1-A1C8D9812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F38D3-4877-4499-A564-70830938998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243F-C72B-6AC4-4A55-A9F043243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14613-FF47-B1CF-D868-7457AF43E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1BFD2-AF8D-4449-A3E3-417096815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16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84D9A284-F74C-4FD7-E481-C8EB953C0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E08720-7F10-BFFE-5FD4-000F1F279AD2}"/>
              </a:ext>
            </a:extLst>
          </p:cNvPr>
          <p:cNvSpPr txBox="1"/>
          <p:nvPr/>
        </p:nvSpPr>
        <p:spPr>
          <a:xfrm>
            <a:off x="2065405" y="2590722"/>
            <a:ext cx="93047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Lora Bold"/>
                <a:ea typeface="Lora Bold"/>
                <a:cs typeface="Lora Bold"/>
                <a:sym typeface="Lora Bold"/>
              </a:rPr>
              <a:t>ClassiNews: Multi-Category News Topic Classifier &amp; Dashboard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7933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3DA3EBAD-3335-D221-62A7-2A5AEECD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B2A17C-2BC4-4364-0AD6-93173ABB632B}"/>
              </a:ext>
            </a:extLst>
          </p:cNvPr>
          <p:cNvSpPr/>
          <p:nvPr/>
        </p:nvSpPr>
        <p:spPr>
          <a:xfrm>
            <a:off x="887178" y="1047095"/>
            <a:ext cx="51783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 Members:-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A4807-2776-73E8-F12E-6B21640C6366}"/>
              </a:ext>
            </a:extLst>
          </p:cNvPr>
          <p:cNvSpPr txBox="1"/>
          <p:nvPr/>
        </p:nvSpPr>
        <p:spPr>
          <a:xfrm>
            <a:off x="887178" y="2446357"/>
            <a:ext cx="6167628" cy="290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RISHI NEEL VARMA - AP23110010719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DIVYAN SASHANK - AP23110010152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JAHNAVA -  AP23110010164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T.K. ANIRUDH  AP23110011627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HEVENDRA - AP23110011338</a:t>
            </a:r>
            <a:endParaRPr lang="en-US" sz="2500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atest Generative AI Tools and Their Usage in Mobile Development">
            <a:extLst>
              <a:ext uri="{FF2B5EF4-FFF2-40B4-BE49-F238E27FC236}">
                <a16:creationId xmlns:a16="http://schemas.microsoft.com/office/drawing/2014/main" id="{F04021B2-131F-2F93-00AA-E20630D52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178" y="0"/>
            <a:ext cx="52088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846-7FD2-57F2-BC34-41B5ED7A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7AB6-C49B-8962-00C0-A62F0EAFC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3F999874-23DA-4C23-F3C1-DCE604A30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9226AF-0C75-E781-72CC-AE088175AAAB}"/>
              </a:ext>
            </a:extLst>
          </p:cNvPr>
          <p:cNvSpPr txBox="1"/>
          <p:nvPr/>
        </p:nvSpPr>
        <p:spPr>
          <a:xfrm>
            <a:off x="1719072" y="1207008"/>
            <a:ext cx="78821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Statement:-</a:t>
            </a:r>
          </a:p>
          <a:p>
            <a:endParaRPr lang="en-US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News content is increasing rapidly, making manual classification difficult.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Users struggle to find relevant news from large collections.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Media platforms need fast and accurate topic tagging.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Manual labeling is time-consuming and error-prone.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Lack of intelligent systems for real-time article categorization.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576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F8A0CA82-AD95-8D8F-B946-70647F4CC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4AE1A-6E46-2A7F-5837-96CAC6EDEC56}"/>
              </a:ext>
            </a:extLst>
          </p:cNvPr>
          <p:cNvSpPr txBox="1"/>
          <p:nvPr/>
        </p:nvSpPr>
        <p:spPr>
          <a:xfrm>
            <a:off x="1717364" y="1213008"/>
            <a:ext cx="7425732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Objectives</a:t>
            </a:r>
          </a:p>
          <a:p>
            <a:endParaRPr lang="en-US" sz="32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Build a model that classifies news articles automatically.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Improve accuracy using advanced NLP techniques.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Reduce manual effort in sorting and searching news.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quick and meaningful predictions for any news input.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 a user-friendly system for testing news categorization.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63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A950-F3D4-531D-FB8F-27AD0645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2826-9838-749C-51DF-D4E4D08D2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B54AF041-8C8E-A012-D57F-05FAB19E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FF06F4-3E8F-448C-7F94-8C71D9279949}"/>
              </a:ext>
            </a:extLst>
          </p:cNvPr>
          <p:cNvSpPr txBox="1"/>
          <p:nvPr/>
        </p:nvSpPr>
        <p:spPr>
          <a:xfrm>
            <a:off x="1531570" y="1213008"/>
            <a:ext cx="865484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Proposed Solution &amp; Workflow:</a:t>
            </a:r>
          </a:p>
          <a:p>
            <a:endParaRPr lang="en-US" sz="32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 a machine learning / NLP-based classification model.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Preprocess and clean the news text for better learning.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Train the model using labeled datasets from multiple categories.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Evaluate model performance using accuracy and confusion matrix.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an interface (or script) for real-time article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56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B52E-57E8-AFEF-1668-E4799380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B4BF-1A1B-1F69-A8FE-EEEE41A5A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3E6EB10A-8D86-F483-D23A-77DBCD99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6F3BD1-3E5E-E91A-13CB-D917B0CEF725}"/>
              </a:ext>
            </a:extLst>
          </p:cNvPr>
          <p:cNvSpPr txBox="1"/>
          <p:nvPr/>
        </p:nvSpPr>
        <p:spPr>
          <a:xfrm>
            <a:off x="1746504" y="1027906"/>
            <a:ext cx="944575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Dataset &amp; Methodology </a:t>
            </a:r>
          </a:p>
          <a:p>
            <a:endParaRPr lang="en-US" sz="3200" b="1" dirty="0"/>
          </a:p>
          <a:p>
            <a:r>
              <a:rPr lang="en-US" sz="3200" b="1" dirty="0"/>
              <a:t>Dataset</a:t>
            </a:r>
          </a:p>
          <a:p>
            <a:endParaRPr lang="en-US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Contains news articles with category labels.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Covers multiple topics like sports, politics, business, tech, etc.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stored in CSV format for easy processing.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Includes text fields such as headlines or full article content.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Split into training, validation, and test 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14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E02C-2B37-B2B7-A2D6-CAD054514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6BAC0-FE2F-F5C6-1CE4-D434609F0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6BB1C6D4-3449-9B1D-7FE8-6907C5B06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7AACDE-E4A8-3801-7BBE-16E56B420678}"/>
              </a:ext>
            </a:extLst>
          </p:cNvPr>
          <p:cNvSpPr txBox="1"/>
          <p:nvPr/>
        </p:nvSpPr>
        <p:spPr>
          <a:xfrm>
            <a:off x="1803193" y="1151453"/>
            <a:ext cx="858561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cleaning: removing noise, symbols, and extra spaces.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Text vectorization using TF-IDF / Transformer embeddings.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training using Logistic Regression or </a:t>
            </a:r>
            <a:r>
              <a:rPr lang="en-US" sz="2000" dirty="0" err="1"/>
              <a:t>DistilBERT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evaluation using accuracy and classification report.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Fine-tuning and testing for better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18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3397A-B70D-4AE1-4704-F612CC79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0AA2-6BBE-CD3C-D019-CED6CDFEC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1FBDDB34-8319-62B4-F2FA-98D3FD275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5FF19-EC04-7282-7028-869C1F5BE287}"/>
              </a:ext>
            </a:extLst>
          </p:cNvPr>
          <p:cNvSpPr txBox="1"/>
          <p:nvPr/>
        </p:nvSpPr>
        <p:spPr>
          <a:xfrm>
            <a:off x="1919235" y="1336431"/>
            <a:ext cx="863294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Technologies Used </a:t>
            </a:r>
          </a:p>
          <a:p>
            <a:endParaRPr lang="en-IN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Python</a:t>
            </a:r>
            <a:r>
              <a:rPr lang="en-IN" sz="2000" dirty="0"/>
              <a:t> for overall development.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Transformers (Hugging Face)</a:t>
            </a:r>
            <a:r>
              <a:rPr lang="en-IN" sz="2000" dirty="0"/>
              <a:t> for NLP model training.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Scikit-Learn</a:t>
            </a:r>
            <a:r>
              <a:rPr lang="en-IN" sz="2000" dirty="0"/>
              <a:t> for baseline ML models.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Pandas &amp; NumPy</a:t>
            </a:r>
            <a:r>
              <a:rPr lang="en-IN" sz="2000" dirty="0"/>
              <a:t> for data handling.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Matplotlib / Seaborn</a:t>
            </a:r>
            <a:r>
              <a:rPr lang="en-IN" sz="2000" dirty="0"/>
              <a:t> for visualization and evaluation graphs.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76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8A0E-8669-1496-25DA-1347E273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88BC6-FC95-BE47-2F5B-D893D8307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900B280C-1051-90EE-8423-357677757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2F8C8B-EB35-4E24-4591-0E735EC5E7F1}"/>
              </a:ext>
            </a:extLst>
          </p:cNvPr>
          <p:cNvSpPr txBox="1"/>
          <p:nvPr/>
        </p:nvSpPr>
        <p:spPr>
          <a:xfrm>
            <a:off x="1718268" y="1386673"/>
            <a:ext cx="742573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Results &amp; Findings </a:t>
            </a:r>
          </a:p>
          <a:p>
            <a:endParaRPr lang="en-US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Achieved good accuracy in classifying news into categories.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Model learned keyword patterns for each news type.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TF-IDF baseline provided stable results.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DistilBERT</a:t>
            </a:r>
            <a:r>
              <a:rPr lang="en-US" sz="2000" dirty="0"/>
              <a:t> fine-tuning improved classification accuracy.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Predictions are fast and suitable for real-time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406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05DE-D41C-055C-4DBB-457CCA3F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A9D56-C5BA-0B5B-10F2-78241FBB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06F944EE-3BD5-9B4C-4122-8ABD95CD7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FC5BD-251F-24BF-A588-65620B31C93B}"/>
              </a:ext>
            </a:extLst>
          </p:cNvPr>
          <p:cNvSpPr txBox="1"/>
          <p:nvPr/>
        </p:nvSpPr>
        <p:spPr>
          <a:xfrm>
            <a:off x="1879042" y="1320730"/>
            <a:ext cx="866399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</a:t>
            </a:r>
          </a:p>
          <a:p>
            <a:endParaRPr lang="en-US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successfully classifies news into categories automatically.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Reduces manual workload and improves search efficiency.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Demonstrates the power of NLP in real-world applications.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a reliable and easy-to-use classification tool.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Helps users access relevant news quickly.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84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5DB0-218B-7179-2894-455DFF5BE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5282A-EB56-6E3D-C9B7-BB878DCA0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This may contain: an abstract pink and beige background with wavy lines on the bottom half of the image">
            <a:extLst>
              <a:ext uri="{FF2B5EF4-FFF2-40B4-BE49-F238E27FC236}">
                <a16:creationId xmlns:a16="http://schemas.microsoft.com/office/drawing/2014/main" id="{BFA6159F-3F87-AA04-B888-EB5EDE781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5FE047-6BFB-D424-DF42-DEA0AA1EC2A9}"/>
              </a:ext>
            </a:extLst>
          </p:cNvPr>
          <p:cNvSpPr txBox="1"/>
          <p:nvPr/>
        </p:nvSpPr>
        <p:spPr>
          <a:xfrm>
            <a:off x="2013020" y="1320730"/>
            <a:ext cx="807887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Future Scope</a:t>
            </a:r>
          </a:p>
          <a:p>
            <a:endParaRPr lang="en-US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more news categories and larger datasets.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 as a web or mobile application.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 more advanced LLMs for better accuracy.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Add multilingual news classification.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Integrate with real-time news feeds (APIs).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79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A30B-07AA-13A5-2F73-038C86C9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094E6-6001-E205-F86F-6F41EA9B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100+ Thank You Pictures | Download Free Images on Unsplash">
            <a:extLst>
              <a:ext uri="{FF2B5EF4-FFF2-40B4-BE49-F238E27FC236}">
                <a16:creationId xmlns:a16="http://schemas.microsoft.com/office/drawing/2014/main" id="{E10F98B3-6085-A261-6E1E-6E45F301E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26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451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Lora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2025-12-04T03:20:10Z</dcterms:created>
  <dcterms:modified xsi:type="dcterms:W3CDTF">2025-12-04T04:08:32Z</dcterms:modified>
</cp:coreProperties>
</file>